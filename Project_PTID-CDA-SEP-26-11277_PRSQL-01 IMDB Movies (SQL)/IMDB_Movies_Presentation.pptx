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74" r:id="rId5"/>
    <p:sldId id="275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F3CF13-9CAA-4C4F-8C0E-79AE982D7CE8}" v="3" dt="2026-10-06T07:06:07.8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90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ode.sauravi28@gmail.com" userId="697cdf47ab7ca242" providerId="LiveId" clId="{6A36D47F-8D11-48F4-9A4C-4421F9ADC6CF}"/>
    <pc:docChg chg="undo custSel addSld modSld">
      <pc:chgData name="sarode.sauravi28@gmail.com" userId="697cdf47ab7ca242" providerId="LiveId" clId="{6A36D47F-8D11-48F4-9A4C-4421F9ADC6CF}" dt="2026-10-06T07:14:21.190" v="230" actId="14100"/>
      <pc:docMkLst>
        <pc:docMk/>
      </pc:docMkLst>
      <pc:sldChg chg="modSp mod">
        <pc:chgData name="sarode.sauravi28@gmail.com" userId="697cdf47ab7ca242" providerId="LiveId" clId="{6A36D47F-8D11-48F4-9A4C-4421F9ADC6CF}" dt="2026-10-06T07:06:36.145" v="176" actId="1076"/>
        <pc:sldMkLst>
          <pc:docMk/>
          <pc:sldMk cId="0" sldId="256"/>
        </pc:sldMkLst>
        <pc:spChg chg="mod">
          <ac:chgData name="sarode.sauravi28@gmail.com" userId="697cdf47ab7ca242" providerId="LiveId" clId="{6A36D47F-8D11-48F4-9A4C-4421F9ADC6CF}" dt="2026-10-06T07:06:36.145" v="176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sarode.sauravi28@gmail.com" userId="697cdf47ab7ca242" providerId="LiveId" clId="{6A36D47F-8D11-48F4-9A4C-4421F9ADC6CF}" dt="2026-10-06T07:05:45.507" v="159" actId="255"/>
          <ac:spMkLst>
            <pc:docMk/>
            <pc:sldMk cId="0" sldId="256"/>
            <ac:spMk id="9" creationId="{00000000-0000-0000-0000-000000000000}"/>
          </ac:spMkLst>
        </pc:spChg>
        <pc:spChg chg="mod">
          <ac:chgData name="sarode.sauravi28@gmail.com" userId="697cdf47ab7ca242" providerId="LiveId" clId="{6A36D47F-8D11-48F4-9A4C-4421F9ADC6CF}" dt="2026-10-06T07:06:18.689" v="163" actId="114"/>
          <ac:spMkLst>
            <pc:docMk/>
            <pc:sldMk cId="0" sldId="256"/>
            <ac:spMk id="10" creationId="{00000000-0000-0000-0000-000000000000}"/>
          </ac:spMkLst>
        </pc:spChg>
        <pc:spChg chg="mod">
          <ac:chgData name="sarode.sauravi28@gmail.com" userId="697cdf47ab7ca242" providerId="LiveId" clId="{6A36D47F-8D11-48F4-9A4C-4421F9ADC6CF}" dt="2026-10-06T07:06:33.207" v="175" actId="20577"/>
          <ac:spMkLst>
            <pc:docMk/>
            <pc:sldMk cId="0" sldId="256"/>
            <ac:spMk id="11" creationId="{00000000-0000-0000-0000-000000000000}"/>
          </ac:spMkLst>
        </pc:spChg>
      </pc:sldChg>
      <pc:sldChg chg="modSp mod">
        <pc:chgData name="sarode.sauravi28@gmail.com" userId="697cdf47ab7ca242" providerId="LiveId" clId="{6A36D47F-8D11-48F4-9A4C-4421F9ADC6CF}" dt="2026-10-06T06:59:40.781" v="108" actId="255"/>
        <pc:sldMkLst>
          <pc:docMk/>
          <pc:sldMk cId="0" sldId="257"/>
        </pc:sldMkLst>
        <pc:spChg chg="mod">
          <ac:chgData name="sarode.sauravi28@gmail.com" userId="697cdf47ab7ca242" providerId="LiveId" clId="{6A36D47F-8D11-48F4-9A4C-4421F9ADC6CF}" dt="2026-10-06T06:57:55.923" v="103" actId="255"/>
          <ac:spMkLst>
            <pc:docMk/>
            <pc:sldMk cId="0" sldId="257"/>
            <ac:spMk id="9" creationId="{00000000-0000-0000-0000-000000000000}"/>
          </ac:spMkLst>
        </pc:spChg>
        <pc:spChg chg="mod">
          <ac:chgData name="sarode.sauravi28@gmail.com" userId="697cdf47ab7ca242" providerId="LiveId" clId="{6A36D47F-8D11-48F4-9A4C-4421F9ADC6CF}" dt="2026-10-06T06:59:09.697" v="105" actId="255"/>
          <ac:spMkLst>
            <pc:docMk/>
            <pc:sldMk cId="0" sldId="257"/>
            <ac:spMk id="12" creationId="{00000000-0000-0000-0000-000000000000}"/>
          </ac:spMkLst>
        </pc:spChg>
        <pc:spChg chg="mod">
          <ac:chgData name="sarode.sauravi28@gmail.com" userId="697cdf47ab7ca242" providerId="LiveId" clId="{6A36D47F-8D11-48F4-9A4C-4421F9ADC6CF}" dt="2026-10-06T06:59:20.204" v="106" actId="255"/>
          <ac:spMkLst>
            <pc:docMk/>
            <pc:sldMk cId="0" sldId="257"/>
            <ac:spMk id="14" creationId="{00000000-0000-0000-0000-000000000000}"/>
          </ac:spMkLst>
        </pc:spChg>
        <pc:spChg chg="mod">
          <ac:chgData name="sarode.sauravi28@gmail.com" userId="697cdf47ab7ca242" providerId="LiveId" clId="{6A36D47F-8D11-48F4-9A4C-4421F9ADC6CF}" dt="2026-10-06T06:59:29.290" v="107" actId="255"/>
          <ac:spMkLst>
            <pc:docMk/>
            <pc:sldMk cId="0" sldId="257"/>
            <ac:spMk id="16" creationId="{00000000-0000-0000-0000-000000000000}"/>
          </ac:spMkLst>
        </pc:spChg>
        <pc:spChg chg="mod">
          <ac:chgData name="sarode.sauravi28@gmail.com" userId="697cdf47ab7ca242" providerId="LiveId" clId="{6A36D47F-8D11-48F4-9A4C-4421F9ADC6CF}" dt="2026-10-06T06:59:40.781" v="108" actId="255"/>
          <ac:spMkLst>
            <pc:docMk/>
            <pc:sldMk cId="0" sldId="257"/>
            <ac:spMk id="17" creationId="{00000000-0000-0000-0000-000000000000}"/>
          </ac:spMkLst>
        </pc:spChg>
        <pc:spChg chg="mod">
          <ac:chgData name="sarode.sauravi28@gmail.com" userId="697cdf47ab7ca242" providerId="LiveId" clId="{6A36D47F-8D11-48F4-9A4C-4421F9ADC6CF}" dt="2026-10-06T06:58:04.283" v="104" actId="255"/>
          <ac:spMkLst>
            <pc:docMk/>
            <pc:sldMk cId="0" sldId="257"/>
            <ac:spMk id="18" creationId="{00000000-0000-0000-0000-000000000000}"/>
          </ac:spMkLst>
        </pc:spChg>
      </pc:sldChg>
      <pc:sldChg chg="modSp mod">
        <pc:chgData name="sarode.sauravi28@gmail.com" userId="697cdf47ab7ca242" providerId="LiveId" clId="{6A36D47F-8D11-48F4-9A4C-4421F9ADC6CF}" dt="2026-10-06T07:01:00.673" v="115" actId="255"/>
        <pc:sldMkLst>
          <pc:docMk/>
          <pc:sldMk cId="0" sldId="258"/>
        </pc:sldMkLst>
        <pc:spChg chg="mod">
          <ac:chgData name="sarode.sauravi28@gmail.com" userId="697cdf47ab7ca242" providerId="LiveId" clId="{6A36D47F-8D11-48F4-9A4C-4421F9ADC6CF}" dt="2026-10-06T07:00:08.147" v="110" actId="255"/>
          <ac:spMkLst>
            <pc:docMk/>
            <pc:sldMk cId="0" sldId="258"/>
            <ac:spMk id="8" creationId="{00000000-0000-0000-0000-000000000000}"/>
          </ac:spMkLst>
        </pc:spChg>
        <pc:spChg chg="mod">
          <ac:chgData name="sarode.sauravi28@gmail.com" userId="697cdf47ab7ca242" providerId="LiveId" clId="{6A36D47F-8D11-48F4-9A4C-4421F9ADC6CF}" dt="2026-10-06T07:00:16.551" v="111" actId="255"/>
          <ac:spMkLst>
            <pc:docMk/>
            <pc:sldMk cId="0" sldId="258"/>
            <ac:spMk id="12" creationId="{00000000-0000-0000-0000-000000000000}"/>
          </ac:spMkLst>
        </pc:spChg>
        <pc:spChg chg="mod">
          <ac:chgData name="sarode.sauravi28@gmail.com" userId="697cdf47ab7ca242" providerId="LiveId" clId="{6A36D47F-8D11-48F4-9A4C-4421F9ADC6CF}" dt="2026-10-06T07:00:25.785" v="112" actId="255"/>
          <ac:spMkLst>
            <pc:docMk/>
            <pc:sldMk cId="0" sldId="258"/>
            <ac:spMk id="16" creationId="{00000000-0000-0000-0000-000000000000}"/>
          </ac:spMkLst>
        </pc:spChg>
        <pc:spChg chg="mod">
          <ac:chgData name="sarode.sauravi28@gmail.com" userId="697cdf47ab7ca242" providerId="LiveId" clId="{6A36D47F-8D11-48F4-9A4C-4421F9ADC6CF}" dt="2026-10-06T07:00:40.096" v="113" actId="255"/>
          <ac:spMkLst>
            <pc:docMk/>
            <pc:sldMk cId="0" sldId="258"/>
            <ac:spMk id="20" creationId="{00000000-0000-0000-0000-000000000000}"/>
          </ac:spMkLst>
        </pc:spChg>
        <pc:spChg chg="mod">
          <ac:chgData name="sarode.sauravi28@gmail.com" userId="697cdf47ab7ca242" providerId="LiveId" clId="{6A36D47F-8D11-48F4-9A4C-4421F9ADC6CF}" dt="2026-10-06T07:00:49.823" v="114" actId="255"/>
          <ac:spMkLst>
            <pc:docMk/>
            <pc:sldMk cId="0" sldId="258"/>
            <ac:spMk id="24" creationId="{00000000-0000-0000-0000-000000000000}"/>
          </ac:spMkLst>
        </pc:spChg>
        <pc:spChg chg="mod">
          <ac:chgData name="sarode.sauravi28@gmail.com" userId="697cdf47ab7ca242" providerId="LiveId" clId="{6A36D47F-8D11-48F4-9A4C-4421F9ADC6CF}" dt="2026-10-06T07:01:00.673" v="115" actId="255"/>
          <ac:spMkLst>
            <pc:docMk/>
            <pc:sldMk cId="0" sldId="258"/>
            <ac:spMk id="28" creationId="{00000000-0000-0000-0000-000000000000}"/>
          </ac:spMkLst>
        </pc:spChg>
      </pc:sldChg>
      <pc:sldChg chg="addSp delSp modSp mod">
        <pc:chgData name="sarode.sauravi28@gmail.com" userId="697cdf47ab7ca242" providerId="LiveId" clId="{6A36D47F-8D11-48F4-9A4C-4421F9ADC6CF}" dt="2026-10-06T07:01:10.551" v="116" actId="255"/>
        <pc:sldMkLst>
          <pc:docMk/>
          <pc:sldMk cId="0" sldId="259"/>
        </pc:sldMkLst>
        <pc:spChg chg="mod">
          <ac:chgData name="sarode.sauravi28@gmail.com" userId="697cdf47ab7ca242" providerId="LiveId" clId="{6A36D47F-8D11-48F4-9A4C-4421F9ADC6CF}" dt="2026-10-06T07:01:10.551" v="116" actId="255"/>
          <ac:spMkLst>
            <pc:docMk/>
            <pc:sldMk cId="0" sldId="259"/>
            <ac:spMk id="10" creationId="{00000000-0000-0000-0000-000000000000}"/>
          </ac:spMkLst>
        </pc:spChg>
        <pc:picChg chg="add del mod">
          <ac:chgData name="sarode.sauravi28@gmail.com" userId="697cdf47ab7ca242" providerId="LiveId" clId="{6A36D47F-8D11-48F4-9A4C-4421F9ADC6CF}" dt="2026-10-06T06:07:58.419" v="8" actId="478"/>
          <ac:picMkLst>
            <pc:docMk/>
            <pc:sldMk cId="0" sldId="259"/>
            <ac:picMk id="14" creationId="{8002DC18-62BD-F94E-C0F2-2905EA211E12}"/>
          </ac:picMkLst>
        </pc:picChg>
        <pc:picChg chg="add mod">
          <ac:chgData name="sarode.sauravi28@gmail.com" userId="697cdf47ab7ca242" providerId="LiveId" clId="{6A36D47F-8D11-48F4-9A4C-4421F9ADC6CF}" dt="2026-10-06T06:09:01.862" v="20" actId="1076"/>
          <ac:picMkLst>
            <pc:docMk/>
            <pc:sldMk cId="0" sldId="259"/>
            <ac:picMk id="16" creationId="{3E1CBFC0-FF7F-7979-0768-BCA5E1ABB7EC}"/>
          </ac:picMkLst>
        </pc:picChg>
      </pc:sldChg>
      <pc:sldChg chg="addSp delSp modSp mod">
        <pc:chgData name="sarode.sauravi28@gmail.com" userId="697cdf47ab7ca242" providerId="LiveId" clId="{6A36D47F-8D11-48F4-9A4C-4421F9ADC6CF}" dt="2026-10-06T07:01:21.758" v="117" actId="255"/>
        <pc:sldMkLst>
          <pc:docMk/>
          <pc:sldMk cId="0" sldId="260"/>
        </pc:sldMkLst>
        <pc:spChg chg="mod">
          <ac:chgData name="sarode.sauravi28@gmail.com" userId="697cdf47ab7ca242" providerId="LiveId" clId="{6A36D47F-8D11-48F4-9A4C-4421F9ADC6CF}" dt="2026-10-06T07:01:21.758" v="117" actId="255"/>
          <ac:spMkLst>
            <pc:docMk/>
            <pc:sldMk cId="0" sldId="260"/>
            <ac:spMk id="10" creationId="{00000000-0000-0000-0000-000000000000}"/>
          </ac:spMkLst>
        </pc:spChg>
        <pc:picChg chg="add del mod">
          <ac:chgData name="sarode.sauravi28@gmail.com" userId="697cdf47ab7ca242" providerId="LiveId" clId="{6A36D47F-8D11-48F4-9A4C-4421F9ADC6CF}" dt="2026-10-06T06:12:47.688" v="23" actId="478"/>
          <ac:picMkLst>
            <pc:docMk/>
            <pc:sldMk cId="0" sldId="260"/>
            <ac:picMk id="14" creationId="{3C18C806-E000-9147-0AE3-BC88020FE7D1}"/>
          </ac:picMkLst>
        </pc:picChg>
        <pc:picChg chg="add mod">
          <ac:chgData name="sarode.sauravi28@gmail.com" userId="697cdf47ab7ca242" providerId="LiveId" clId="{6A36D47F-8D11-48F4-9A4C-4421F9ADC6CF}" dt="2026-10-06T06:13:25.195" v="35" actId="14100"/>
          <ac:picMkLst>
            <pc:docMk/>
            <pc:sldMk cId="0" sldId="260"/>
            <ac:picMk id="16" creationId="{1DDE5BA9-515B-EB00-1AFE-BD9500F0C831}"/>
          </ac:picMkLst>
        </pc:picChg>
      </pc:sldChg>
      <pc:sldChg chg="addSp modSp mod">
        <pc:chgData name="sarode.sauravi28@gmail.com" userId="697cdf47ab7ca242" providerId="LiveId" clId="{6A36D47F-8D11-48F4-9A4C-4421F9ADC6CF}" dt="2026-10-06T07:01:33.604" v="118" actId="255"/>
        <pc:sldMkLst>
          <pc:docMk/>
          <pc:sldMk cId="0" sldId="261"/>
        </pc:sldMkLst>
        <pc:spChg chg="mod">
          <ac:chgData name="sarode.sauravi28@gmail.com" userId="697cdf47ab7ca242" providerId="LiveId" clId="{6A36D47F-8D11-48F4-9A4C-4421F9ADC6CF}" dt="2026-10-06T07:01:33.604" v="118" actId="255"/>
          <ac:spMkLst>
            <pc:docMk/>
            <pc:sldMk cId="0" sldId="261"/>
            <ac:spMk id="10" creationId="{00000000-0000-0000-0000-000000000000}"/>
          </ac:spMkLst>
        </pc:spChg>
        <pc:picChg chg="add mod">
          <ac:chgData name="sarode.sauravi28@gmail.com" userId="697cdf47ab7ca242" providerId="LiveId" clId="{6A36D47F-8D11-48F4-9A4C-4421F9ADC6CF}" dt="2026-10-06T06:19:16.049" v="44" actId="14100"/>
          <ac:picMkLst>
            <pc:docMk/>
            <pc:sldMk cId="0" sldId="261"/>
            <ac:picMk id="14" creationId="{FC5163EC-E30D-F62F-211D-9D6D4B41820A}"/>
          </ac:picMkLst>
        </pc:picChg>
      </pc:sldChg>
      <pc:sldChg chg="addSp modSp mod">
        <pc:chgData name="sarode.sauravi28@gmail.com" userId="697cdf47ab7ca242" providerId="LiveId" clId="{6A36D47F-8D11-48F4-9A4C-4421F9ADC6CF}" dt="2026-10-06T07:01:46.370" v="119" actId="255"/>
        <pc:sldMkLst>
          <pc:docMk/>
          <pc:sldMk cId="0" sldId="262"/>
        </pc:sldMkLst>
        <pc:spChg chg="mod">
          <ac:chgData name="sarode.sauravi28@gmail.com" userId="697cdf47ab7ca242" providerId="LiveId" clId="{6A36D47F-8D11-48F4-9A4C-4421F9ADC6CF}" dt="2026-10-06T07:01:46.370" v="119" actId="255"/>
          <ac:spMkLst>
            <pc:docMk/>
            <pc:sldMk cId="0" sldId="262"/>
            <ac:spMk id="10" creationId="{00000000-0000-0000-0000-000000000000}"/>
          </ac:spMkLst>
        </pc:spChg>
        <pc:picChg chg="add mod">
          <ac:chgData name="sarode.sauravi28@gmail.com" userId="697cdf47ab7ca242" providerId="LiveId" clId="{6A36D47F-8D11-48F4-9A4C-4421F9ADC6CF}" dt="2026-10-06T06:24:19.830" v="50" actId="14100"/>
          <ac:picMkLst>
            <pc:docMk/>
            <pc:sldMk cId="0" sldId="262"/>
            <ac:picMk id="14" creationId="{7DA70E0A-FAF8-E30A-B476-C73CBE7F0D4D}"/>
          </ac:picMkLst>
        </pc:picChg>
      </pc:sldChg>
      <pc:sldChg chg="addSp modSp mod">
        <pc:chgData name="sarode.sauravi28@gmail.com" userId="697cdf47ab7ca242" providerId="LiveId" clId="{6A36D47F-8D11-48F4-9A4C-4421F9ADC6CF}" dt="2026-10-06T07:02:04.639" v="120" actId="255"/>
        <pc:sldMkLst>
          <pc:docMk/>
          <pc:sldMk cId="0" sldId="263"/>
        </pc:sldMkLst>
        <pc:spChg chg="mod">
          <ac:chgData name="sarode.sauravi28@gmail.com" userId="697cdf47ab7ca242" providerId="LiveId" clId="{6A36D47F-8D11-48F4-9A4C-4421F9ADC6CF}" dt="2026-10-06T07:02:04.639" v="120" actId="255"/>
          <ac:spMkLst>
            <pc:docMk/>
            <pc:sldMk cId="0" sldId="263"/>
            <ac:spMk id="10" creationId="{00000000-0000-0000-0000-000000000000}"/>
          </ac:spMkLst>
        </pc:spChg>
        <pc:picChg chg="add mod">
          <ac:chgData name="sarode.sauravi28@gmail.com" userId="697cdf47ab7ca242" providerId="LiveId" clId="{6A36D47F-8D11-48F4-9A4C-4421F9ADC6CF}" dt="2026-10-06T06:31:25.933" v="57" actId="14100"/>
          <ac:picMkLst>
            <pc:docMk/>
            <pc:sldMk cId="0" sldId="263"/>
            <ac:picMk id="13" creationId="{D83473C0-C8B0-60A5-503A-08D5CCF81A45}"/>
          </ac:picMkLst>
        </pc:picChg>
      </pc:sldChg>
      <pc:sldChg chg="addSp modSp mod">
        <pc:chgData name="sarode.sauravi28@gmail.com" userId="697cdf47ab7ca242" providerId="LiveId" clId="{6A36D47F-8D11-48F4-9A4C-4421F9ADC6CF}" dt="2026-10-06T07:02:14.571" v="121" actId="255"/>
        <pc:sldMkLst>
          <pc:docMk/>
          <pc:sldMk cId="0" sldId="264"/>
        </pc:sldMkLst>
        <pc:spChg chg="mod">
          <ac:chgData name="sarode.sauravi28@gmail.com" userId="697cdf47ab7ca242" providerId="LiveId" clId="{6A36D47F-8D11-48F4-9A4C-4421F9ADC6CF}" dt="2026-10-06T07:02:14.571" v="121" actId="255"/>
          <ac:spMkLst>
            <pc:docMk/>
            <pc:sldMk cId="0" sldId="264"/>
            <ac:spMk id="10" creationId="{00000000-0000-0000-0000-000000000000}"/>
          </ac:spMkLst>
        </pc:spChg>
        <pc:picChg chg="add mod">
          <ac:chgData name="sarode.sauravi28@gmail.com" userId="697cdf47ab7ca242" providerId="LiveId" clId="{6A36D47F-8D11-48F4-9A4C-4421F9ADC6CF}" dt="2026-10-06T06:35:18.538" v="66" actId="14100"/>
          <ac:picMkLst>
            <pc:docMk/>
            <pc:sldMk cId="0" sldId="264"/>
            <ac:picMk id="13" creationId="{DDAF4954-BC0C-1673-098E-C4ED3E3105FA}"/>
          </ac:picMkLst>
        </pc:picChg>
      </pc:sldChg>
      <pc:sldChg chg="addSp modSp mod">
        <pc:chgData name="sarode.sauravi28@gmail.com" userId="697cdf47ab7ca242" providerId="LiveId" clId="{6A36D47F-8D11-48F4-9A4C-4421F9ADC6CF}" dt="2026-10-06T07:02:22.902" v="122" actId="255"/>
        <pc:sldMkLst>
          <pc:docMk/>
          <pc:sldMk cId="0" sldId="265"/>
        </pc:sldMkLst>
        <pc:spChg chg="mod">
          <ac:chgData name="sarode.sauravi28@gmail.com" userId="697cdf47ab7ca242" providerId="LiveId" clId="{6A36D47F-8D11-48F4-9A4C-4421F9ADC6CF}" dt="2026-10-06T07:02:22.902" v="122" actId="255"/>
          <ac:spMkLst>
            <pc:docMk/>
            <pc:sldMk cId="0" sldId="265"/>
            <ac:spMk id="10" creationId="{00000000-0000-0000-0000-000000000000}"/>
          </ac:spMkLst>
        </pc:spChg>
        <pc:picChg chg="add mod">
          <ac:chgData name="sarode.sauravi28@gmail.com" userId="697cdf47ab7ca242" providerId="LiveId" clId="{6A36D47F-8D11-48F4-9A4C-4421F9ADC6CF}" dt="2026-10-06T06:39:12.245" v="74" actId="14100"/>
          <ac:picMkLst>
            <pc:docMk/>
            <pc:sldMk cId="0" sldId="265"/>
            <ac:picMk id="14" creationId="{684F2774-9135-628C-22CB-D3E01B5BAE7A}"/>
          </ac:picMkLst>
        </pc:picChg>
      </pc:sldChg>
      <pc:sldChg chg="addSp modSp mod">
        <pc:chgData name="sarode.sauravi28@gmail.com" userId="697cdf47ab7ca242" providerId="LiveId" clId="{6A36D47F-8D11-48F4-9A4C-4421F9ADC6CF}" dt="2026-10-06T07:02:31.685" v="123" actId="255"/>
        <pc:sldMkLst>
          <pc:docMk/>
          <pc:sldMk cId="0" sldId="266"/>
        </pc:sldMkLst>
        <pc:spChg chg="mod">
          <ac:chgData name="sarode.sauravi28@gmail.com" userId="697cdf47ab7ca242" providerId="LiveId" clId="{6A36D47F-8D11-48F4-9A4C-4421F9ADC6CF}" dt="2026-10-06T07:02:31.685" v="123" actId="255"/>
          <ac:spMkLst>
            <pc:docMk/>
            <pc:sldMk cId="0" sldId="266"/>
            <ac:spMk id="10" creationId="{00000000-0000-0000-0000-000000000000}"/>
          </ac:spMkLst>
        </pc:spChg>
        <pc:picChg chg="add mod">
          <ac:chgData name="sarode.sauravi28@gmail.com" userId="697cdf47ab7ca242" providerId="LiveId" clId="{6A36D47F-8D11-48F4-9A4C-4421F9ADC6CF}" dt="2026-10-06T06:44:38.756" v="81" actId="1076"/>
          <ac:picMkLst>
            <pc:docMk/>
            <pc:sldMk cId="0" sldId="266"/>
            <ac:picMk id="14" creationId="{ADC45884-8780-6202-34D7-CBF4852F2432}"/>
          </ac:picMkLst>
        </pc:picChg>
      </pc:sldChg>
      <pc:sldChg chg="addSp modSp mod">
        <pc:chgData name="sarode.sauravi28@gmail.com" userId="697cdf47ab7ca242" providerId="LiveId" clId="{6A36D47F-8D11-48F4-9A4C-4421F9ADC6CF}" dt="2026-10-06T07:02:39.467" v="124" actId="255"/>
        <pc:sldMkLst>
          <pc:docMk/>
          <pc:sldMk cId="0" sldId="267"/>
        </pc:sldMkLst>
        <pc:spChg chg="mod">
          <ac:chgData name="sarode.sauravi28@gmail.com" userId="697cdf47ab7ca242" providerId="LiveId" clId="{6A36D47F-8D11-48F4-9A4C-4421F9ADC6CF}" dt="2026-10-06T07:02:39.467" v="124" actId="255"/>
          <ac:spMkLst>
            <pc:docMk/>
            <pc:sldMk cId="0" sldId="267"/>
            <ac:spMk id="10" creationId="{00000000-0000-0000-0000-000000000000}"/>
          </ac:spMkLst>
        </pc:spChg>
        <pc:picChg chg="add mod">
          <ac:chgData name="sarode.sauravi28@gmail.com" userId="697cdf47ab7ca242" providerId="LiveId" clId="{6A36D47F-8D11-48F4-9A4C-4421F9ADC6CF}" dt="2026-10-06T06:49:05.005" v="88" actId="14100"/>
          <ac:picMkLst>
            <pc:docMk/>
            <pc:sldMk cId="0" sldId="267"/>
            <ac:picMk id="14" creationId="{204AD55C-6159-7961-49D4-20890999CF58}"/>
          </ac:picMkLst>
        </pc:picChg>
      </pc:sldChg>
      <pc:sldChg chg="addSp modSp mod">
        <pc:chgData name="sarode.sauravi28@gmail.com" userId="697cdf47ab7ca242" providerId="LiveId" clId="{6A36D47F-8D11-48F4-9A4C-4421F9ADC6CF}" dt="2026-10-06T07:02:49.384" v="125" actId="255"/>
        <pc:sldMkLst>
          <pc:docMk/>
          <pc:sldMk cId="0" sldId="268"/>
        </pc:sldMkLst>
        <pc:spChg chg="mod">
          <ac:chgData name="sarode.sauravi28@gmail.com" userId="697cdf47ab7ca242" providerId="LiveId" clId="{6A36D47F-8D11-48F4-9A4C-4421F9ADC6CF}" dt="2026-10-06T07:02:49.384" v="125" actId="255"/>
          <ac:spMkLst>
            <pc:docMk/>
            <pc:sldMk cId="0" sldId="268"/>
            <ac:spMk id="10" creationId="{00000000-0000-0000-0000-000000000000}"/>
          </ac:spMkLst>
        </pc:spChg>
        <pc:picChg chg="add mod">
          <ac:chgData name="sarode.sauravi28@gmail.com" userId="697cdf47ab7ca242" providerId="LiveId" clId="{6A36D47F-8D11-48F4-9A4C-4421F9ADC6CF}" dt="2026-10-06T06:51:58.174" v="97" actId="14100"/>
          <ac:picMkLst>
            <pc:docMk/>
            <pc:sldMk cId="0" sldId="268"/>
            <ac:picMk id="14" creationId="{B5EDAA16-A0E1-B4D4-DE29-53BEDDF9C3F9}"/>
          </ac:picMkLst>
        </pc:picChg>
      </pc:sldChg>
      <pc:sldChg chg="modSp mod">
        <pc:chgData name="sarode.sauravi28@gmail.com" userId="697cdf47ab7ca242" providerId="LiveId" clId="{6A36D47F-8D11-48F4-9A4C-4421F9ADC6CF}" dt="2026-10-06T07:03:09.245" v="129" actId="14100"/>
        <pc:sldMkLst>
          <pc:docMk/>
          <pc:sldMk cId="0" sldId="269"/>
        </pc:sldMkLst>
        <pc:spChg chg="mod">
          <ac:chgData name="sarode.sauravi28@gmail.com" userId="697cdf47ab7ca242" providerId="LiveId" clId="{6A36D47F-8D11-48F4-9A4C-4421F9ADC6CF}" dt="2026-10-06T07:03:09.245" v="129" actId="14100"/>
          <ac:spMkLst>
            <pc:docMk/>
            <pc:sldMk cId="0" sldId="269"/>
            <ac:spMk id="5" creationId="{00000000-0000-0000-0000-000000000000}"/>
          </ac:spMkLst>
        </pc:spChg>
      </pc:sldChg>
      <pc:sldChg chg="modSp mod">
        <pc:chgData name="sarode.sauravi28@gmail.com" userId="697cdf47ab7ca242" providerId="LiveId" clId="{6A36D47F-8D11-48F4-9A4C-4421F9ADC6CF}" dt="2026-10-06T07:04:34.285" v="136" actId="255"/>
        <pc:sldMkLst>
          <pc:docMk/>
          <pc:sldMk cId="0" sldId="271"/>
        </pc:sldMkLst>
        <pc:spChg chg="mod">
          <ac:chgData name="sarode.sauravi28@gmail.com" userId="697cdf47ab7ca242" providerId="LiveId" clId="{6A36D47F-8D11-48F4-9A4C-4421F9ADC6CF}" dt="2026-10-06T07:03:51.906" v="131" actId="255"/>
          <ac:spMkLst>
            <pc:docMk/>
            <pc:sldMk cId="0" sldId="271"/>
            <ac:spMk id="8" creationId="{00000000-0000-0000-0000-000000000000}"/>
          </ac:spMkLst>
        </pc:spChg>
        <pc:spChg chg="mod">
          <ac:chgData name="sarode.sauravi28@gmail.com" userId="697cdf47ab7ca242" providerId="LiveId" clId="{6A36D47F-8D11-48F4-9A4C-4421F9ADC6CF}" dt="2026-10-06T07:04:01.046" v="132" actId="255"/>
          <ac:spMkLst>
            <pc:docMk/>
            <pc:sldMk cId="0" sldId="271"/>
            <ac:spMk id="12" creationId="{00000000-0000-0000-0000-000000000000}"/>
          </ac:spMkLst>
        </pc:spChg>
        <pc:spChg chg="mod">
          <ac:chgData name="sarode.sauravi28@gmail.com" userId="697cdf47ab7ca242" providerId="LiveId" clId="{6A36D47F-8D11-48F4-9A4C-4421F9ADC6CF}" dt="2026-10-06T07:04:10.279" v="133" actId="255"/>
          <ac:spMkLst>
            <pc:docMk/>
            <pc:sldMk cId="0" sldId="271"/>
            <ac:spMk id="16" creationId="{00000000-0000-0000-0000-000000000000}"/>
          </ac:spMkLst>
        </pc:spChg>
        <pc:spChg chg="mod">
          <ac:chgData name="sarode.sauravi28@gmail.com" userId="697cdf47ab7ca242" providerId="LiveId" clId="{6A36D47F-8D11-48F4-9A4C-4421F9ADC6CF}" dt="2026-10-06T07:04:17.173" v="134" actId="255"/>
          <ac:spMkLst>
            <pc:docMk/>
            <pc:sldMk cId="0" sldId="271"/>
            <ac:spMk id="20" creationId="{00000000-0000-0000-0000-000000000000}"/>
          </ac:spMkLst>
        </pc:spChg>
        <pc:spChg chg="mod">
          <ac:chgData name="sarode.sauravi28@gmail.com" userId="697cdf47ab7ca242" providerId="LiveId" clId="{6A36D47F-8D11-48F4-9A4C-4421F9ADC6CF}" dt="2026-10-06T07:04:27.639" v="135" actId="255"/>
          <ac:spMkLst>
            <pc:docMk/>
            <pc:sldMk cId="0" sldId="271"/>
            <ac:spMk id="24" creationId="{00000000-0000-0000-0000-000000000000}"/>
          </ac:spMkLst>
        </pc:spChg>
        <pc:spChg chg="mod">
          <ac:chgData name="sarode.sauravi28@gmail.com" userId="697cdf47ab7ca242" providerId="LiveId" clId="{6A36D47F-8D11-48F4-9A4C-4421F9ADC6CF}" dt="2026-10-06T07:04:34.285" v="136" actId="255"/>
          <ac:spMkLst>
            <pc:docMk/>
            <pc:sldMk cId="0" sldId="271"/>
            <ac:spMk id="28" creationId="{00000000-0000-0000-0000-000000000000}"/>
          </ac:spMkLst>
        </pc:spChg>
      </pc:sldChg>
      <pc:sldChg chg="modSp mod">
        <pc:chgData name="sarode.sauravi28@gmail.com" userId="697cdf47ab7ca242" providerId="LiveId" clId="{6A36D47F-8D11-48F4-9A4C-4421F9ADC6CF}" dt="2026-10-06T07:05:09.806" v="141" actId="255"/>
        <pc:sldMkLst>
          <pc:docMk/>
          <pc:sldMk cId="0" sldId="272"/>
        </pc:sldMkLst>
        <pc:spChg chg="mod">
          <ac:chgData name="sarode.sauravi28@gmail.com" userId="697cdf47ab7ca242" providerId="LiveId" clId="{6A36D47F-8D11-48F4-9A4C-4421F9ADC6CF}" dt="2026-10-06T07:04:41.835" v="137" actId="255"/>
          <ac:spMkLst>
            <pc:docMk/>
            <pc:sldMk cId="0" sldId="272"/>
            <ac:spMk id="7" creationId="{00000000-0000-0000-0000-000000000000}"/>
          </ac:spMkLst>
        </pc:spChg>
        <pc:spChg chg="mod">
          <ac:chgData name="sarode.sauravi28@gmail.com" userId="697cdf47ab7ca242" providerId="LiveId" clId="{6A36D47F-8D11-48F4-9A4C-4421F9ADC6CF}" dt="2026-10-06T07:04:47.629" v="138" actId="255"/>
          <ac:spMkLst>
            <pc:docMk/>
            <pc:sldMk cId="0" sldId="272"/>
            <ac:spMk id="10" creationId="{00000000-0000-0000-0000-000000000000}"/>
          </ac:spMkLst>
        </pc:spChg>
        <pc:spChg chg="mod">
          <ac:chgData name="sarode.sauravi28@gmail.com" userId="697cdf47ab7ca242" providerId="LiveId" clId="{6A36D47F-8D11-48F4-9A4C-4421F9ADC6CF}" dt="2026-10-06T07:04:55.260" v="139" actId="255"/>
          <ac:spMkLst>
            <pc:docMk/>
            <pc:sldMk cId="0" sldId="272"/>
            <ac:spMk id="13" creationId="{00000000-0000-0000-0000-000000000000}"/>
          </ac:spMkLst>
        </pc:spChg>
        <pc:spChg chg="mod">
          <ac:chgData name="sarode.sauravi28@gmail.com" userId="697cdf47ab7ca242" providerId="LiveId" clId="{6A36D47F-8D11-48F4-9A4C-4421F9ADC6CF}" dt="2026-10-06T07:05:02.917" v="140" actId="255"/>
          <ac:spMkLst>
            <pc:docMk/>
            <pc:sldMk cId="0" sldId="272"/>
            <ac:spMk id="16" creationId="{00000000-0000-0000-0000-000000000000}"/>
          </ac:spMkLst>
        </pc:spChg>
        <pc:spChg chg="mod">
          <ac:chgData name="sarode.sauravi28@gmail.com" userId="697cdf47ab7ca242" providerId="LiveId" clId="{6A36D47F-8D11-48F4-9A4C-4421F9ADC6CF}" dt="2026-10-06T07:05:09.806" v="141" actId="255"/>
          <ac:spMkLst>
            <pc:docMk/>
            <pc:sldMk cId="0" sldId="272"/>
            <ac:spMk id="19" creationId="{00000000-0000-0000-0000-000000000000}"/>
          </ac:spMkLst>
        </pc:spChg>
      </pc:sldChg>
      <pc:sldChg chg="addSp delSp modSp add mod">
        <pc:chgData name="sarode.sauravi28@gmail.com" userId="697cdf47ab7ca242" providerId="LiveId" clId="{6A36D47F-8D11-48F4-9A4C-4421F9ADC6CF}" dt="2026-10-06T07:11:53.094" v="222" actId="1076"/>
        <pc:sldMkLst>
          <pc:docMk/>
          <pc:sldMk cId="3073419322" sldId="274"/>
        </pc:sldMkLst>
        <pc:spChg chg="mod">
          <ac:chgData name="sarode.sauravi28@gmail.com" userId="697cdf47ab7ca242" providerId="LiveId" clId="{6A36D47F-8D11-48F4-9A4C-4421F9ADC6CF}" dt="2026-10-06T07:10:58.218" v="216" actId="313"/>
          <ac:spMkLst>
            <pc:docMk/>
            <pc:sldMk cId="3073419322" sldId="274"/>
            <ac:spMk id="3" creationId="{01141726-1A1F-9CFE-4E6C-0EC21B65FE9E}"/>
          </ac:spMkLst>
        </pc:spChg>
        <pc:spChg chg="del">
          <ac:chgData name="sarode.sauravi28@gmail.com" userId="697cdf47ab7ca242" providerId="LiveId" clId="{6A36D47F-8D11-48F4-9A4C-4421F9ADC6CF}" dt="2026-10-06T07:10:13.518" v="190" actId="478"/>
          <ac:spMkLst>
            <pc:docMk/>
            <pc:sldMk cId="3073419322" sldId="274"/>
            <ac:spMk id="4" creationId="{84FE9A14-66B4-2866-C859-6FD2B77D84E4}"/>
          </ac:spMkLst>
        </pc:spChg>
        <pc:spChg chg="del">
          <ac:chgData name="sarode.sauravi28@gmail.com" userId="697cdf47ab7ca242" providerId="LiveId" clId="{6A36D47F-8D11-48F4-9A4C-4421F9ADC6CF}" dt="2026-10-06T07:10:17.454" v="191" actId="478"/>
          <ac:spMkLst>
            <pc:docMk/>
            <pc:sldMk cId="3073419322" sldId="274"/>
            <ac:spMk id="5" creationId="{D7062CB1-9CD5-ECB3-64F1-FC327286C72A}"/>
          </ac:spMkLst>
        </pc:spChg>
        <pc:spChg chg="mod">
          <ac:chgData name="sarode.sauravi28@gmail.com" userId="697cdf47ab7ca242" providerId="LiveId" clId="{6A36D47F-8D11-48F4-9A4C-4421F9ADC6CF}" dt="2026-10-06T07:10:26.362" v="194" actId="20577"/>
          <ac:spMkLst>
            <pc:docMk/>
            <pc:sldMk cId="3073419322" sldId="274"/>
            <ac:spMk id="6" creationId="{A3AF7AA3-E9DF-8A54-3E70-CC368BB21BF2}"/>
          </ac:spMkLst>
        </pc:spChg>
        <pc:spChg chg="del mod">
          <ac:chgData name="sarode.sauravi28@gmail.com" userId="697cdf47ab7ca242" providerId="LiveId" clId="{6A36D47F-8D11-48F4-9A4C-4421F9ADC6CF}" dt="2026-10-06T07:10:38.933" v="197" actId="478"/>
          <ac:spMkLst>
            <pc:docMk/>
            <pc:sldMk cId="3073419322" sldId="274"/>
            <ac:spMk id="7" creationId="{AF72197D-2D93-19E3-E7FB-739936D7F8A0}"/>
          </ac:spMkLst>
        </pc:spChg>
        <pc:spChg chg="mod">
          <ac:chgData name="sarode.sauravi28@gmail.com" userId="697cdf47ab7ca242" providerId="LiveId" clId="{6A36D47F-8D11-48F4-9A4C-4421F9ADC6CF}" dt="2026-10-06T07:10:53.319" v="215" actId="20577"/>
          <ac:spMkLst>
            <pc:docMk/>
            <pc:sldMk cId="3073419322" sldId="274"/>
            <ac:spMk id="8" creationId="{512E9F98-DE4D-6D00-AB32-209D3BBECB07}"/>
          </ac:spMkLst>
        </pc:spChg>
        <pc:spChg chg="del">
          <ac:chgData name="sarode.sauravi28@gmail.com" userId="697cdf47ab7ca242" providerId="LiveId" clId="{6A36D47F-8D11-48F4-9A4C-4421F9ADC6CF}" dt="2026-10-06T07:10:19.638" v="192" actId="478"/>
          <ac:spMkLst>
            <pc:docMk/>
            <pc:sldMk cId="3073419322" sldId="274"/>
            <ac:spMk id="9" creationId="{4AEB7D75-2A32-22DA-DE48-D8270810FD7D}"/>
          </ac:spMkLst>
        </pc:spChg>
        <pc:spChg chg="del">
          <ac:chgData name="sarode.sauravi28@gmail.com" userId="697cdf47ab7ca242" providerId="LiveId" clId="{6A36D47F-8D11-48F4-9A4C-4421F9ADC6CF}" dt="2026-10-06T07:10:35.074" v="195" actId="478"/>
          <ac:spMkLst>
            <pc:docMk/>
            <pc:sldMk cId="3073419322" sldId="274"/>
            <ac:spMk id="11" creationId="{570AF944-C839-960B-9C05-C4BA429D05FE}"/>
          </ac:spMkLst>
        </pc:spChg>
        <pc:spChg chg="del">
          <ac:chgData name="sarode.sauravi28@gmail.com" userId="697cdf47ab7ca242" providerId="LiveId" clId="{6A36D47F-8D11-48F4-9A4C-4421F9ADC6CF}" dt="2026-10-06T07:10:35.074" v="195" actId="478"/>
          <ac:spMkLst>
            <pc:docMk/>
            <pc:sldMk cId="3073419322" sldId="274"/>
            <ac:spMk id="12" creationId="{10AAD58D-1A89-ABF5-FEC7-14AC4E98F3F0}"/>
          </ac:spMkLst>
        </pc:spChg>
        <pc:spChg chg="del">
          <ac:chgData name="sarode.sauravi28@gmail.com" userId="697cdf47ab7ca242" providerId="LiveId" clId="{6A36D47F-8D11-48F4-9A4C-4421F9ADC6CF}" dt="2026-10-06T07:10:21.573" v="193" actId="478"/>
          <ac:spMkLst>
            <pc:docMk/>
            <pc:sldMk cId="3073419322" sldId="274"/>
            <ac:spMk id="13" creationId="{C82CA43A-8EB8-D516-F366-F18684DE003E}"/>
          </ac:spMkLst>
        </pc:spChg>
        <pc:spChg chg="del">
          <ac:chgData name="sarode.sauravi28@gmail.com" userId="697cdf47ab7ca242" providerId="LiveId" clId="{6A36D47F-8D11-48F4-9A4C-4421F9ADC6CF}" dt="2026-10-06T07:10:35.074" v="195" actId="478"/>
          <ac:spMkLst>
            <pc:docMk/>
            <pc:sldMk cId="3073419322" sldId="274"/>
            <ac:spMk id="14" creationId="{D52BE898-0D40-FBEE-DEA4-CC0EF1411E23}"/>
          </ac:spMkLst>
        </pc:spChg>
        <pc:spChg chg="del">
          <ac:chgData name="sarode.sauravi28@gmail.com" userId="697cdf47ab7ca242" providerId="LiveId" clId="{6A36D47F-8D11-48F4-9A4C-4421F9ADC6CF}" dt="2026-10-06T07:10:35.074" v="195" actId="478"/>
          <ac:spMkLst>
            <pc:docMk/>
            <pc:sldMk cId="3073419322" sldId="274"/>
            <ac:spMk id="15" creationId="{9242F0FE-7D3C-6E37-53B1-715904A1B463}"/>
          </ac:spMkLst>
        </pc:spChg>
        <pc:spChg chg="del">
          <ac:chgData name="sarode.sauravi28@gmail.com" userId="697cdf47ab7ca242" providerId="LiveId" clId="{6A36D47F-8D11-48F4-9A4C-4421F9ADC6CF}" dt="2026-10-06T07:10:42.461" v="201" actId="478"/>
          <ac:spMkLst>
            <pc:docMk/>
            <pc:sldMk cId="3073419322" sldId="274"/>
            <ac:spMk id="17" creationId="{E692D342-65D7-143A-89D1-9288F4F16AF6}"/>
          </ac:spMkLst>
        </pc:spChg>
        <pc:spChg chg="del">
          <ac:chgData name="sarode.sauravi28@gmail.com" userId="697cdf47ab7ca242" providerId="LiveId" clId="{6A36D47F-8D11-48F4-9A4C-4421F9ADC6CF}" dt="2026-10-06T07:10:39.849" v="198" actId="478"/>
          <ac:spMkLst>
            <pc:docMk/>
            <pc:sldMk cId="3073419322" sldId="274"/>
            <ac:spMk id="18" creationId="{3C52B1BE-5C4E-48F3-CCB1-AF62B8DCA251}"/>
          </ac:spMkLst>
        </pc:spChg>
        <pc:spChg chg="del">
          <ac:chgData name="sarode.sauravi28@gmail.com" userId="697cdf47ab7ca242" providerId="LiveId" clId="{6A36D47F-8D11-48F4-9A4C-4421F9ADC6CF}" dt="2026-10-06T07:10:40.633" v="199" actId="478"/>
          <ac:spMkLst>
            <pc:docMk/>
            <pc:sldMk cId="3073419322" sldId="274"/>
            <ac:spMk id="19" creationId="{6A28E318-23F7-AC1D-119D-F7DFE26E9CB2}"/>
          </ac:spMkLst>
        </pc:spChg>
        <pc:spChg chg="del mod">
          <ac:chgData name="sarode.sauravi28@gmail.com" userId="697cdf47ab7ca242" providerId="LiveId" clId="{6A36D47F-8D11-48F4-9A4C-4421F9ADC6CF}" dt="2026-10-06T07:10:46.698" v="204" actId="478"/>
          <ac:spMkLst>
            <pc:docMk/>
            <pc:sldMk cId="3073419322" sldId="274"/>
            <ac:spMk id="20" creationId="{F8F2C26B-9504-2D9F-6185-68B76104ED4B}"/>
          </ac:spMkLst>
        </pc:spChg>
        <pc:spChg chg="del">
          <ac:chgData name="sarode.sauravi28@gmail.com" userId="697cdf47ab7ca242" providerId="LiveId" clId="{6A36D47F-8D11-48F4-9A4C-4421F9ADC6CF}" dt="2026-10-06T07:10:35.074" v="195" actId="478"/>
          <ac:spMkLst>
            <pc:docMk/>
            <pc:sldMk cId="3073419322" sldId="274"/>
            <ac:spMk id="21" creationId="{3939C584-FA19-6DFC-278E-901E81042374}"/>
          </ac:spMkLst>
        </pc:spChg>
        <pc:spChg chg="del">
          <ac:chgData name="sarode.sauravi28@gmail.com" userId="697cdf47ab7ca242" providerId="LiveId" clId="{6A36D47F-8D11-48F4-9A4C-4421F9ADC6CF}" dt="2026-10-06T07:10:35.074" v="195" actId="478"/>
          <ac:spMkLst>
            <pc:docMk/>
            <pc:sldMk cId="3073419322" sldId="274"/>
            <ac:spMk id="22" creationId="{49AB543F-B05A-A481-47C6-BAE32DF11A49}"/>
          </ac:spMkLst>
        </pc:spChg>
        <pc:spChg chg="del">
          <ac:chgData name="sarode.sauravi28@gmail.com" userId="697cdf47ab7ca242" providerId="LiveId" clId="{6A36D47F-8D11-48F4-9A4C-4421F9ADC6CF}" dt="2026-10-06T07:10:35.074" v="195" actId="478"/>
          <ac:spMkLst>
            <pc:docMk/>
            <pc:sldMk cId="3073419322" sldId="274"/>
            <ac:spMk id="23" creationId="{6A89B9D0-7D56-6979-F96E-F668FFFF29E1}"/>
          </ac:spMkLst>
        </pc:spChg>
        <pc:spChg chg="del">
          <ac:chgData name="sarode.sauravi28@gmail.com" userId="697cdf47ab7ca242" providerId="LiveId" clId="{6A36D47F-8D11-48F4-9A4C-4421F9ADC6CF}" dt="2026-10-06T07:10:35.074" v="195" actId="478"/>
          <ac:spMkLst>
            <pc:docMk/>
            <pc:sldMk cId="3073419322" sldId="274"/>
            <ac:spMk id="24" creationId="{885C07B2-E316-489D-4403-67C197D3F82C}"/>
          </ac:spMkLst>
        </pc:spChg>
        <pc:spChg chg="del">
          <ac:chgData name="sarode.sauravi28@gmail.com" userId="697cdf47ab7ca242" providerId="LiveId" clId="{6A36D47F-8D11-48F4-9A4C-4421F9ADC6CF}" dt="2026-10-06T07:10:35.074" v="195" actId="478"/>
          <ac:spMkLst>
            <pc:docMk/>
            <pc:sldMk cId="3073419322" sldId="274"/>
            <ac:spMk id="25" creationId="{9AAA1614-198C-20A9-9727-B508ACCD9236}"/>
          </ac:spMkLst>
        </pc:spChg>
        <pc:spChg chg="del">
          <ac:chgData name="sarode.sauravi28@gmail.com" userId="697cdf47ab7ca242" providerId="LiveId" clId="{6A36D47F-8D11-48F4-9A4C-4421F9ADC6CF}" dt="2026-10-06T07:10:35.074" v="195" actId="478"/>
          <ac:spMkLst>
            <pc:docMk/>
            <pc:sldMk cId="3073419322" sldId="274"/>
            <ac:spMk id="26" creationId="{3F8F4FCE-74DD-0161-A929-E757830EECCE}"/>
          </ac:spMkLst>
        </pc:spChg>
        <pc:picChg chg="add mod">
          <ac:chgData name="sarode.sauravi28@gmail.com" userId="697cdf47ab7ca242" providerId="LiveId" clId="{6A36D47F-8D11-48F4-9A4C-4421F9ADC6CF}" dt="2026-10-06T07:11:53.094" v="222" actId="1076"/>
          <ac:picMkLst>
            <pc:docMk/>
            <pc:sldMk cId="3073419322" sldId="274"/>
            <ac:picMk id="32" creationId="{A7FD61F2-24C1-2D8D-80F9-91DF35D4F3F5}"/>
          </ac:picMkLst>
        </pc:picChg>
      </pc:sldChg>
      <pc:sldChg chg="addSp delSp modSp add mod">
        <pc:chgData name="sarode.sauravi28@gmail.com" userId="697cdf47ab7ca242" providerId="LiveId" clId="{6A36D47F-8D11-48F4-9A4C-4421F9ADC6CF}" dt="2026-10-06T07:14:21.190" v="230" actId="14100"/>
        <pc:sldMkLst>
          <pc:docMk/>
          <pc:sldMk cId="1949986114" sldId="275"/>
        </pc:sldMkLst>
        <pc:picChg chg="add mod">
          <ac:chgData name="sarode.sauravi28@gmail.com" userId="697cdf47ab7ca242" providerId="LiveId" clId="{6A36D47F-8D11-48F4-9A4C-4421F9ADC6CF}" dt="2026-10-06T07:14:21.190" v="230" actId="14100"/>
          <ac:picMkLst>
            <pc:docMk/>
            <pc:sldMk cId="1949986114" sldId="275"/>
            <ac:picMk id="5" creationId="{6948AC32-C986-53D1-1A17-56C14057C1DF}"/>
          </ac:picMkLst>
        </pc:picChg>
        <pc:picChg chg="del">
          <ac:chgData name="sarode.sauravi28@gmail.com" userId="697cdf47ab7ca242" providerId="LiveId" clId="{6A36D47F-8D11-48F4-9A4C-4421F9ADC6CF}" dt="2026-10-06T07:13:03.802" v="224" actId="478"/>
          <ac:picMkLst>
            <pc:docMk/>
            <pc:sldMk cId="1949986114" sldId="275"/>
            <ac:picMk id="32" creationId="{6D57FDA3-FEA3-4128-358C-34A294C995A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8552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19875-62E3-1F5A-31C3-814A854E9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4C9089-021A-B036-F8A9-70D056B41B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756E77-5A0A-1304-837B-991AF97941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890D77-9A35-3E54-C19E-48741333B3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247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B65BD-A1A8-A52F-B387-2EF74FD67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B809CF-5C60-FDD4-69B6-5652F88CDA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E54FCC-E130-FE6B-015D-2738348313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3DAE32-EB8F-5506-10CB-C14480E683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123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"/>
            <a:ext cx="12188952" cy="6858000"/>
          </a:xfrm>
          <a:prstGeom prst="rect">
            <a:avLst/>
          </a:prstGeom>
          <a:solidFill>
            <a:srgbClr val="5C1A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418320" y="-2011680"/>
            <a:ext cx="5486400" cy="5486400"/>
          </a:xfrm>
          <a:prstGeom prst="ellipse">
            <a:avLst/>
          </a:prstGeom>
          <a:solidFill>
            <a:srgbClr val="73315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2286000" y="4114800"/>
            <a:ext cx="4572000" cy="4572000"/>
          </a:xfrm>
          <a:prstGeom prst="ellipse">
            <a:avLst/>
          </a:prstGeom>
          <a:solidFill>
            <a:srgbClr val="73315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PRSQL-01  ·  CAPSTONE PROJECT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6888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IMDB Movies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1188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2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Popularity, profitability, ratings &amp; director diversity — a SQL + Power BI analysis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5394960"/>
            <a:ext cx="2926080" cy="0"/>
          </a:xfrm>
          <a:prstGeom prst="line">
            <a:avLst/>
          </a:prstGeom>
          <a:noFill/>
          <a:ln w="12700">
            <a:solidFill>
              <a:srgbClr val="F2C9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822960" y="55321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 </a:t>
            </a:r>
            <a:r>
              <a:rPr lang="en-US" b="1" i="1" dirty="0">
                <a:solidFill>
                  <a:srgbClr val="E0A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Sauravi Sarode</a:t>
            </a:r>
            <a:endParaRPr lang="en-US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8521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2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/ Team: </a:t>
            </a:r>
            <a:r>
              <a:rPr lang="en-US" sz="1600" b="1" i="1" dirty="0">
                <a:solidFill>
                  <a:srgbClr val="F2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PTID-CDA-SEP-26-11277</a:t>
            </a:r>
            <a:endParaRPr lang="en-US" sz="1600" i="1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6172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06-10-2026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5C1A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&amp; Dataset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FB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777240" y="1783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C1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4028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a movie industry dataset to answer 13 business questions using SQL, then extend the analysis into an interactive Power BI dashboard covering popularity, profitability, ratings, and director diversity.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749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C1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Used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206240"/>
            <a:ext cx="4754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 13 required problem queries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 dashboard and chart visualization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Word / PDF</a:t>
            </a: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 reporting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5C1A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6629400" y="1783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22860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2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MySQL database – project_movie_database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27432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33832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2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961120" y="27432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2,349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8961120" y="33832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2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directors on file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40233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434340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2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movies: title, budget, revenue, popularity, vote_average, vote_count, release_date, director_id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2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directors: name, gender, department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IMDB Movies — PRSQL-01 Capstone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5C1A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Performance Indicators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611880" cy="1965960"/>
          </a:xfrm>
          <a:prstGeom prst="roundRect">
            <a:avLst>
              <a:gd name="adj" fmla="val 3256"/>
            </a:avLst>
          </a:prstGeom>
          <a:solidFill>
            <a:srgbClr val="FBF4F8"/>
          </a:solidFill>
          <a:ln/>
          <a:effectLst>
            <a:outerShdw blurRad="76200" dist="25400" dir="5400000" algn="bl" rotWithShape="0">
              <a:srgbClr val="666666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685800" y="196596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C1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9748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Movies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10896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records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51960" y="1691640"/>
            <a:ext cx="3611880" cy="1965960"/>
          </a:xfrm>
          <a:prstGeom prst="roundRect">
            <a:avLst>
              <a:gd name="adj" fmla="val 3256"/>
            </a:avLst>
          </a:prstGeom>
          <a:solidFill>
            <a:srgbClr val="FBF4F8"/>
          </a:solidFill>
          <a:ln/>
          <a:effectLst>
            <a:outerShdw blurRad="76200" dist="25400" dir="5400000" algn="bl" rotWithShape="0">
              <a:srgbClr val="666666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4480560" y="196596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C1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2,349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269748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Directors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310896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list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1691640"/>
            <a:ext cx="3611880" cy="1965960"/>
          </a:xfrm>
          <a:prstGeom prst="roundRect">
            <a:avLst>
              <a:gd name="adj" fmla="val 3256"/>
            </a:avLst>
          </a:prstGeom>
          <a:solidFill>
            <a:srgbClr val="FBF4F8"/>
          </a:solidFill>
          <a:ln/>
          <a:effectLst>
            <a:outerShdw blurRad="76200" dist="25400" dir="5400000" algn="bl" rotWithShape="0">
              <a:srgbClr val="666666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8275320" y="196596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C1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6.60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269748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Vote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310896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10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886200"/>
            <a:ext cx="3611880" cy="1965960"/>
          </a:xfrm>
          <a:prstGeom prst="roundRect">
            <a:avLst>
              <a:gd name="adj" fmla="val 3256"/>
            </a:avLst>
          </a:prstGeom>
          <a:solidFill>
            <a:srgbClr val="FBF4F8"/>
          </a:solidFill>
          <a:ln/>
          <a:effectLst>
            <a:outerShdw blurRad="76200" dist="25400" dir="5400000" algn="bl" rotWithShape="0">
              <a:srgbClr val="666666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685800" y="416052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C1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7.60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489204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Rated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530352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Dark Knight Rises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251960" y="3886200"/>
            <a:ext cx="3611880" cy="1965960"/>
          </a:xfrm>
          <a:prstGeom prst="roundRect">
            <a:avLst>
              <a:gd name="adj" fmla="val 3256"/>
            </a:avLst>
          </a:prstGeom>
          <a:solidFill>
            <a:srgbClr val="FBF4F8"/>
          </a:solidFill>
          <a:ln/>
          <a:effectLst>
            <a:outerShdw blurRad="76200" dist="25400" dir="5400000" algn="bl" rotWithShape="0">
              <a:srgbClr val="666666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4480560" y="416052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C1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215,097</a:t>
            </a:r>
            <a:endParaRPr lang="en-US" sz="3000" dirty="0"/>
          </a:p>
        </p:txBody>
      </p:sp>
      <p:sp>
        <p:nvSpPr>
          <p:cNvPr id="23" name="Text 21"/>
          <p:cNvSpPr txBox="1"/>
          <p:nvPr/>
        </p:nvSpPr>
        <p:spPr>
          <a:xfrm>
            <a:off x="4480560" y="489204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Votes Cast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4480560" y="530352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movies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046720" y="3886200"/>
            <a:ext cx="3611880" cy="1965960"/>
          </a:xfrm>
          <a:prstGeom prst="roundRect">
            <a:avLst>
              <a:gd name="adj" fmla="val 3256"/>
            </a:avLst>
          </a:prstGeom>
          <a:solidFill>
            <a:srgbClr val="5C1A3B"/>
          </a:solidFill>
          <a:ln/>
          <a:effectLst>
            <a:outerShdw blurRad="76200" dist="25400" dir="5400000" algn="bl" rotWithShape="0">
              <a:srgbClr val="666666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8275320" y="416052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91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3000" dirty="0"/>
          </a:p>
        </p:txBody>
      </p:sp>
      <p:sp>
        <p:nvSpPr>
          <p:cNvPr id="27" name="Text 25"/>
          <p:cNvSpPr txBox="1"/>
          <p:nvPr/>
        </p:nvSpPr>
        <p:spPr>
          <a:xfrm>
            <a:off x="8275320" y="489204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by Female Directors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8275320" y="530352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2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of 47 movies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IMDB Movies — PRSQL-01 Capstone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40613-97ED-B958-8A09-BF7BBCCA2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2168396-0029-6960-787F-9344296F1630}"/>
              </a:ext>
            </a:extLst>
          </p:cNvPr>
          <p:cNvSpPr/>
          <p:nvPr/>
        </p:nvSpPr>
        <p:spPr>
          <a:xfrm>
            <a:off x="45720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5C1A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1141726-1A1F-9CFE-4E6C-0EC21B65FE9E}"/>
              </a:ext>
            </a:extLst>
          </p:cNvPr>
          <p:cNvSpPr txBox="1"/>
          <p:nvPr/>
        </p:nvSpPr>
        <p:spPr>
          <a:xfrm>
            <a:off x="457200" y="365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3AF7AA3-E9DF-8A54-3E70-CC368BB21BF2}"/>
              </a:ext>
            </a:extLst>
          </p:cNvPr>
          <p:cNvSpPr txBox="1"/>
          <p:nvPr/>
        </p:nvSpPr>
        <p:spPr>
          <a:xfrm>
            <a:off x="685800" y="196596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12E9F98-DE4D-6D00-AB32-209D3BBECB07}"/>
              </a:ext>
            </a:extLst>
          </p:cNvPr>
          <p:cNvSpPr txBox="1"/>
          <p:nvPr/>
        </p:nvSpPr>
        <p:spPr>
          <a:xfrm>
            <a:off x="685800" y="310896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8DEA53DE-B520-EC9C-4BE9-16BC42C19BFB}"/>
              </a:ext>
            </a:extLst>
          </p:cNvPr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IMDB Movies — PRSQL-01 Capstone</a:t>
            </a:r>
            <a:endParaRPr lang="en-US" sz="9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67A25D3C-7FF3-6BC4-F1BD-5D53DD4E07DA}"/>
              </a:ext>
            </a:extLst>
          </p:cNvPr>
          <p:cNvSpPr txBox="1"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A7FD61F2-24C1-2D8D-80F9-91DF35D4F3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161" y="914400"/>
            <a:ext cx="10559845" cy="576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419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5A0D6-4FEC-440F-67DB-93A1D0692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D6F3BBF-C4EF-F6CB-0955-184D07E86604}"/>
              </a:ext>
            </a:extLst>
          </p:cNvPr>
          <p:cNvSpPr/>
          <p:nvPr/>
        </p:nvSpPr>
        <p:spPr>
          <a:xfrm>
            <a:off x="45720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5C1A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5617A6-08C5-8E46-5568-339BBD745EAE}"/>
              </a:ext>
            </a:extLst>
          </p:cNvPr>
          <p:cNvSpPr txBox="1"/>
          <p:nvPr/>
        </p:nvSpPr>
        <p:spPr>
          <a:xfrm>
            <a:off x="457200" y="365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3101090-0EAF-3728-2834-8E6C2A6C1C43}"/>
              </a:ext>
            </a:extLst>
          </p:cNvPr>
          <p:cNvSpPr txBox="1"/>
          <p:nvPr/>
        </p:nvSpPr>
        <p:spPr>
          <a:xfrm>
            <a:off x="685800" y="196596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871D302-E118-0A4B-9480-4EC68C5BF3C6}"/>
              </a:ext>
            </a:extLst>
          </p:cNvPr>
          <p:cNvSpPr txBox="1"/>
          <p:nvPr/>
        </p:nvSpPr>
        <p:spPr>
          <a:xfrm>
            <a:off x="685800" y="310896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7B9131C9-806E-4112-FBBD-6703EBB064FD}"/>
              </a:ext>
            </a:extLst>
          </p:cNvPr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IMDB Movies — PRSQL-01 Capstone</a:t>
            </a:r>
            <a:endParaRPr lang="en-US" sz="9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7EDC42E9-E391-1C73-3FDD-C738DB795153}"/>
              </a:ext>
            </a:extLst>
          </p:cNvPr>
          <p:cNvSpPr txBox="1"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48AC32-C986-53D1-1A17-56C14057C1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903" y="958644"/>
            <a:ext cx="10621297" cy="5533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986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5C1A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1 · BAR CHART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 Popular Movies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6949440" cy="4709160"/>
          </a:xfrm>
          <a:prstGeom prst="rect">
            <a:avLst/>
          </a:prstGeom>
          <a:solidFill>
            <a:srgbClr val="FBF4F8"/>
          </a:solidFill>
          <a:ln w="12700">
            <a:solidFill>
              <a:srgbClr val="E2B9D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457200" y="1600200"/>
            <a:ext cx="6949440" cy="4709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Paste Top 10 Popular Movies screenshot here 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589520" y="1600200"/>
            <a:ext cx="4114800" cy="4709160"/>
          </a:xfrm>
          <a:prstGeom prst="roundRect">
            <a:avLst>
              <a:gd name="adj" fmla="val 1333"/>
            </a:avLst>
          </a:prstGeom>
          <a:solidFill>
            <a:srgbClr val="5C1A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7909560" y="1828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2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909560" y="21031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Jurassic World dominates popularity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909560" y="2971800"/>
            <a:ext cx="3474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2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Jurassic World leads at 418, more than double #2 Captain America: Civil War (198). Avatar (150) completes the top 3. Franchise sequels (3 Pirates films, 2 Avengers films) dominate the top 10.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IMDB Movies — PRSQL-01 Capstone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E1CBFC0-FF7F-7979-0768-BCA5E1ABB7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20" y="1691640"/>
            <a:ext cx="6781800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5C1A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2 · LINE CHART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Vote by Year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6949440" cy="4709160"/>
          </a:xfrm>
          <a:prstGeom prst="rect">
            <a:avLst/>
          </a:prstGeom>
          <a:solidFill>
            <a:srgbClr val="FBF4F8"/>
          </a:solidFill>
          <a:ln w="12700">
            <a:solidFill>
              <a:srgbClr val="E2B9D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457200" y="1600200"/>
            <a:ext cx="6949440" cy="4709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Paste Average Vote by Year screenshot here 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589520" y="1600200"/>
            <a:ext cx="4114800" cy="4709160"/>
          </a:xfrm>
          <a:prstGeom prst="roundRect">
            <a:avLst>
              <a:gd name="adj" fmla="val 1333"/>
            </a:avLst>
          </a:prstGeom>
          <a:solidFill>
            <a:srgbClr val="5C1A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7909560" y="1828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2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909560" y="21031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Ratings range 5.8 – 7.5 across years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909560" y="2971800"/>
            <a:ext cx="3474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2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average rating: 1997 (7.50). Lowest: 2011 (5.80). Axis should be sorted chronologically before final submission to confirm whether a genuine trend exists over time.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IMDB Movies — PRSQL-01 Capstone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DDE5BA9-515B-EB00-1AFE-BD9500F0C8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658" y="1991032"/>
            <a:ext cx="6094524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5C1A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3 · DONUT CHART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Director Gender Split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6949440" cy="4709160"/>
          </a:xfrm>
          <a:prstGeom prst="rect">
            <a:avLst/>
          </a:prstGeom>
          <a:solidFill>
            <a:srgbClr val="FBF4F8"/>
          </a:solidFill>
          <a:ln w="12700">
            <a:solidFill>
              <a:srgbClr val="E2B9D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457200" y="1600200"/>
            <a:ext cx="6949440" cy="4709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Paste Director Gender Split screenshot here 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589520" y="1600200"/>
            <a:ext cx="4114800" cy="4709160"/>
          </a:xfrm>
          <a:prstGeom prst="roundRect">
            <a:avLst>
              <a:gd name="adj" fmla="val 1333"/>
            </a:avLst>
          </a:prstGeom>
          <a:solidFill>
            <a:srgbClr val="5C1A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7909560" y="1828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2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909560" y="21031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6.39% of all directors on file are women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909560" y="2971800"/>
            <a:ext cx="3474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2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of 2,349 directors are female (6.39%), 2,199 are male (93.61%). This reflects the full reference list – compare with the movie-level split on a later slide.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IMDB Movies — PRSQL-01 Capstone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C5163EC-E30D-F62F-211D-9D6D4B4182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362" y="1828800"/>
            <a:ext cx="5250426" cy="399681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5C1A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4 · TABLE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vs Budget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6949440" cy="4709160"/>
          </a:xfrm>
          <a:prstGeom prst="rect">
            <a:avLst/>
          </a:prstGeom>
          <a:solidFill>
            <a:srgbClr val="FBF4F8"/>
          </a:solidFill>
          <a:ln w="12700">
            <a:solidFill>
              <a:srgbClr val="E2B9D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457200" y="1600200"/>
            <a:ext cx="6949440" cy="4709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Paste Revenue vs Budget screenshot here 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589520" y="1600200"/>
            <a:ext cx="4114800" cy="4709160"/>
          </a:xfrm>
          <a:prstGeom prst="roundRect">
            <a:avLst>
              <a:gd name="adj" fmla="val 1333"/>
            </a:avLst>
          </a:prstGeom>
          <a:solidFill>
            <a:srgbClr val="5C1A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7909560" y="1828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2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909560" y="21031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 budgets don't guarantee big returns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909560" y="2971800"/>
            <a:ext cx="3474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2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Stranger Tides (~$380M budget) and Captain America: Civil War (~$250M) both returned over $1B. The Lone Ranger spent ~$255M but earned only ~$89M – a loss of over $165M.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IMDB Movies — PRSQL-01 Capstone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DA70E0A-FAF8-E30A-B476-C73CBE7F0D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639" y="1828800"/>
            <a:ext cx="5515895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5C1A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5 · BAR CHART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 Bankable Movies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6949440" cy="4709160"/>
          </a:xfrm>
          <a:prstGeom prst="rect">
            <a:avLst/>
          </a:prstGeom>
          <a:solidFill>
            <a:srgbClr val="FBF4F8"/>
          </a:solidFill>
          <a:ln w="12700">
            <a:solidFill>
              <a:srgbClr val="E2B9D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457200" y="1600200"/>
            <a:ext cx="6949440" cy="4709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Paste Top 10 Bankable Movies screenshot here 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589520" y="1600200"/>
            <a:ext cx="4114800" cy="4709160"/>
          </a:xfrm>
          <a:prstGeom prst="roundRect">
            <a:avLst>
              <a:gd name="adj" fmla="val 1333"/>
            </a:avLst>
          </a:prstGeom>
          <a:solidFill>
            <a:srgbClr val="5C1A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7909560" y="1828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2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909560" y="21031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Avatar is the clear profit leader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909560" y="2971800"/>
            <a:ext cx="3474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2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Avatar: $2.55B profit · Titanic: $1.65B · Jurassic World: $1.36B. Only Avatar and Jurassic World also appear on the Popular Movies list – popularity and profit are largely separate signals.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IMDB Movies — PRSQL-01 Capstone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83473C0-C8B0-60A5-503A-08D5CCF81A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27" y="1828800"/>
            <a:ext cx="6341806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5C1A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6 · BAR CHART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Bankable Directors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6949440" cy="4709160"/>
          </a:xfrm>
          <a:prstGeom prst="rect">
            <a:avLst/>
          </a:prstGeom>
          <a:solidFill>
            <a:srgbClr val="FBF4F8"/>
          </a:solidFill>
          <a:ln w="12700">
            <a:solidFill>
              <a:srgbClr val="E2B9D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457200" y="1600200"/>
            <a:ext cx="6949440" cy="4709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Paste Most Bankable Directors screenshot here 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589520" y="1600200"/>
            <a:ext cx="4114800" cy="4709160"/>
          </a:xfrm>
          <a:prstGeom prst="roundRect">
            <a:avLst>
              <a:gd name="adj" fmla="val 1333"/>
            </a:avLst>
          </a:prstGeom>
          <a:solidFill>
            <a:srgbClr val="5C1A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7909560" y="1828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2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909560" y="21031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James Cameron leads from just 2 movies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909560" y="2971800"/>
            <a:ext cx="3474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2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Cameron: $4.196B total profit from only 2 films (Avatar, Titanic) – nearly double #2 Joss Whedon ($2.42B). Profit is concentrated in a few blockbuster hits, not spread evenly across prolific directors.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IMDB Movies — PRSQL-01 Capstone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DAF4954-BC0C-1673-098E-C4ED3E310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20" y="1828800"/>
            <a:ext cx="6461759" cy="39673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5C1A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7 · COLUMN CHART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Rating Distribution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6949440" cy="4709160"/>
          </a:xfrm>
          <a:prstGeom prst="rect">
            <a:avLst/>
          </a:prstGeom>
          <a:solidFill>
            <a:srgbClr val="FBF4F8"/>
          </a:solidFill>
          <a:ln w="12700">
            <a:solidFill>
              <a:srgbClr val="E2B9D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457200" y="1600200"/>
            <a:ext cx="6949440" cy="4709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Paste Rating Distribution screenshot here 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589520" y="1600200"/>
            <a:ext cx="4114800" cy="4709160"/>
          </a:xfrm>
          <a:prstGeom prst="roundRect">
            <a:avLst>
              <a:gd name="adj" fmla="val 1333"/>
            </a:avLst>
          </a:prstGeom>
          <a:solidFill>
            <a:srgbClr val="5C1A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7909560" y="1828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2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909560" y="21031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Ratings cluster in the 6–8 band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909560" y="2971800"/>
            <a:ext cx="3474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2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of 47 movies (79%) rate 6-8. The remaining 10 (21%) rate 4-6. No movie rates below 4 or above 8 – a narrow, above-average spread suggesting a pre-filtered, notable-films dataset.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IMDB Movies — PRSQL-01 Capstone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84F2774-9135-628C-22CB-D3E01B5BAE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0813" y="2103120"/>
            <a:ext cx="4586747" cy="332428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5C1A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INSIGHT · DONUT CHART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Movies Directed by Gender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6949440" cy="4709160"/>
          </a:xfrm>
          <a:prstGeom prst="rect">
            <a:avLst/>
          </a:prstGeom>
          <a:solidFill>
            <a:srgbClr val="FBF4F8"/>
          </a:solidFill>
          <a:ln w="12700">
            <a:solidFill>
              <a:srgbClr val="E2B9D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457200" y="1600200"/>
            <a:ext cx="6949440" cy="4709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Paste Movies Directed by Gender screenshot here 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589520" y="1600200"/>
            <a:ext cx="4114800" cy="4709160"/>
          </a:xfrm>
          <a:prstGeom prst="roundRect">
            <a:avLst>
              <a:gd name="adj" fmla="val 1333"/>
            </a:avLst>
          </a:prstGeom>
          <a:solidFill>
            <a:srgbClr val="5C1A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7909560" y="1828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2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909560" y="21031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 of movies were male-directed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909560" y="2971800"/>
            <a:ext cx="3474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2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47 movies in this dataset were directed by men – 0% by women, despite 150 female directors existing on file. This is the most significant finding in the entire analysis.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IMDB Movies — PRSQL-01 Capstone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DC45884-8780-6202-34D7-CBF4852F2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839" y="2030853"/>
            <a:ext cx="5294671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5C1A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8 · BAR CHART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Directors by Movie Count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6949440" cy="4709160"/>
          </a:xfrm>
          <a:prstGeom prst="rect">
            <a:avLst/>
          </a:prstGeom>
          <a:solidFill>
            <a:srgbClr val="FBF4F8"/>
          </a:solidFill>
          <a:ln w="12700">
            <a:solidFill>
              <a:srgbClr val="E2B9D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457200" y="1600200"/>
            <a:ext cx="6949440" cy="4709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Paste Directors by Movie Count screenshot here 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589520" y="1600200"/>
            <a:ext cx="4114800" cy="4709160"/>
          </a:xfrm>
          <a:prstGeom prst="roundRect">
            <a:avLst>
              <a:gd name="adj" fmla="val 1333"/>
            </a:avLst>
          </a:prstGeom>
          <a:solidFill>
            <a:srgbClr val="5C1A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7909560" y="1828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2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909560" y="21031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Three-way tie for most movies directed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909560" y="2971800"/>
            <a:ext cx="3474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2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Gore Verbinski, Sam Raimi, and Peter Jackson are tied at 3 movies each. Five more directors (James Cameron, Joss Whedon, Marc Forster, Michael Bay, Sam Mendes) each directed 2.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IMDB Movies — PRSQL-01 Capstone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04AD55C-6159-7961-49D4-20890999CF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21" y="1828799"/>
            <a:ext cx="6330498" cy="401156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5C1A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INSIGHT · SCATTER CHART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Rating vs Budget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6949440" cy="4709160"/>
          </a:xfrm>
          <a:prstGeom prst="rect">
            <a:avLst/>
          </a:prstGeom>
          <a:solidFill>
            <a:srgbClr val="FBF4F8"/>
          </a:solidFill>
          <a:ln w="12700">
            <a:solidFill>
              <a:srgbClr val="E2B9D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457200" y="1600200"/>
            <a:ext cx="6949440" cy="4709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Paste Rating vs Budget screenshot here 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589520" y="1600200"/>
            <a:ext cx="4114800" cy="4709160"/>
          </a:xfrm>
          <a:prstGeom prst="roundRect">
            <a:avLst>
              <a:gd name="adj" fmla="val 1333"/>
            </a:avLst>
          </a:prstGeom>
          <a:solidFill>
            <a:srgbClr val="5C1A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7909560" y="1828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2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909560" y="21031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does not predict rating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909560" y="2971800"/>
            <a:ext cx="3474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2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trend line across budget vs. vote_average is nearly flat. High and low ratings both occur across the full $100M–$380M budget range – spending more doesn't buy a better rating.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IMDB Movies — PRSQL-01 Capstone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5EDAA16-A0E1-B4D4-DE29-53BEDDF9C3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20" y="1828800"/>
            <a:ext cx="6197764" cy="405580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5C1A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RESULTS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Problem Queries — Answer Summary  (Q1–Q7)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88769"/>
            <a:ext cx="11247120" cy="408079"/>
          </a:xfrm>
          <a:prstGeom prst="rect">
            <a:avLst/>
          </a:prstGeom>
          <a:solidFill>
            <a:srgbClr val="FB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594360" y="1645920"/>
            <a:ext cx="822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1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645920"/>
            <a:ext cx="4297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all data about movies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897880" y="1645920"/>
            <a:ext cx="5669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1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47 movie records retrieved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212848"/>
            <a:ext cx="11247120" cy="4937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594360" y="2212848"/>
            <a:ext cx="822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1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2212848"/>
            <a:ext cx="4297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all data about directors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897880" y="2212848"/>
            <a:ext cx="5669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1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2,349 director records retrieved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2779776"/>
            <a:ext cx="11247120" cy="493776"/>
          </a:xfrm>
          <a:prstGeom prst="rect">
            <a:avLst/>
          </a:prstGeom>
          <a:solidFill>
            <a:srgbClr val="FB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594360" y="2779776"/>
            <a:ext cx="822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1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2779776"/>
            <a:ext cx="4297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movies are in IMDB?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897880" y="2779776"/>
            <a:ext cx="5669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1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3346704"/>
            <a:ext cx="11247120" cy="4937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594360" y="3346704"/>
            <a:ext cx="822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1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3346704"/>
            <a:ext cx="4297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James Cameron, Luc Besson, John Woo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897880" y="3346704"/>
            <a:ext cx="5669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1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found (Dept: Directing)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3913632"/>
            <a:ext cx="11247120" cy="493776"/>
          </a:xfrm>
          <a:prstGeom prst="rect">
            <a:avLst/>
          </a:prstGeom>
          <a:solidFill>
            <a:srgbClr val="FB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594360" y="3913632"/>
            <a:ext cx="822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1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3913632"/>
            <a:ext cx="4297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Directors with name starting with 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897880" y="3913632"/>
            <a:ext cx="5669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1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retrieved (see SQL doc)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57200" y="4480560"/>
            <a:ext cx="11247120" cy="4937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594360" y="4480560"/>
            <a:ext cx="822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1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Q6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508760" y="4480560"/>
            <a:ext cx="4297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female directors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897880" y="4480560"/>
            <a:ext cx="5669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1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57200" y="5047488"/>
            <a:ext cx="11247120" cy="493776"/>
          </a:xfrm>
          <a:prstGeom prst="rect">
            <a:avLst/>
          </a:prstGeom>
          <a:solidFill>
            <a:srgbClr val="FB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594360" y="5047488"/>
            <a:ext cx="822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1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Q7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508760" y="5047488"/>
            <a:ext cx="4297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10th first female director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5897880" y="5047488"/>
            <a:ext cx="5669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1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Angelina Jolie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IMDB Movies — PRSQL-01 Capstone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5C1A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RESULTS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Problem Queries — Answer Summary  (Q8–Q13)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1247120" cy="493776"/>
          </a:xfrm>
          <a:prstGeom prst="rect">
            <a:avLst/>
          </a:prstGeom>
          <a:solidFill>
            <a:srgbClr val="FB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594360" y="1645920"/>
            <a:ext cx="822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1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Q8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645920"/>
            <a:ext cx="4297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most popular movies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897880" y="1645920"/>
            <a:ext cx="5669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1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Jurassic World, Captain America: Civil War, Avatar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212848"/>
            <a:ext cx="11247120" cy="4937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594360" y="2212848"/>
            <a:ext cx="822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1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Q9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2212848"/>
            <a:ext cx="4297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most bankable movies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897880" y="2212848"/>
            <a:ext cx="5669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1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Avatar, Titanic, Jurassic World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2779776"/>
            <a:ext cx="11247120" cy="493776"/>
          </a:xfrm>
          <a:prstGeom prst="rect">
            <a:avLst/>
          </a:prstGeom>
          <a:solidFill>
            <a:srgbClr val="FB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594360" y="2779776"/>
            <a:ext cx="822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1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Q10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2779776"/>
            <a:ext cx="4297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avg vote since Jan 1, 2000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897880" y="2779776"/>
            <a:ext cx="5669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1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Dark Knight Rises (2012) – 7.6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3346704"/>
            <a:ext cx="11247120" cy="4937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594360" y="3346704"/>
            <a:ext cx="822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1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Q11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3346704"/>
            <a:ext cx="4297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Movie(s) directed by Brenda Chapman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897880" y="3346704"/>
            <a:ext cx="5669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1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found in this dataset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3913632"/>
            <a:ext cx="11247120" cy="493776"/>
          </a:xfrm>
          <a:prstGeom prst="rect">
            <a:avLst/>
          </a:prstGeom>
          <a:solidFill>
            <a:srgbClr val="FB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594360" y="3913632"/>
            <a:ext cx="822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1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Q12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3913632"/>
            <a:ext cx="4297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with the most movies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897880" y="3913632"/>
            <a:ext cx="5669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1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3-way tie: Verbinski, Raimi, Jackson (3 each)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57200" y="4480560"/>
            <a:ext cx="11247120" cy="4937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594360" y="4480560"/>
            <a:ext cx="822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1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Q13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508760" y="4480560"/>
            <a:ext cx="4297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bankable director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897880" y="4480560"/>
            <a:ext cx="5669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1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Cameron – $4.196B total profit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IMDB Movies — PRSQL-01 Capstone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5C1A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 Summary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486400" cy="1234440"/>
          </a:xfrm>
          <a:prstGeom prst="roundRect">
            <a:avLst>
              <a:gd name="adj" fmla="val 4444"/>
            </a:avLst>
          </a:prstGeom>
          <a:solidFill>
            <a:srgbClr val="FB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21792" y="1874520"/>
            <a:ext cx="82296" cy="868680"/>
          </a:xfrm>
          <a:prstGeom prst="roundRect">
            <a:avLst/>
          </a:prstGeom>
          <a:solidFill>
            <a:srgbClr val="5C1A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868680" y="1819656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C1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Popularity vs Profit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148840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different lists – only Avatar &amp; Jurassic World appear on both.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486400" cy="1234440"/>
          </a:xfrm>
          <a:prstGeom prst="roundRect">
            <a:avLst>
              <a:gd name="adj" fmla="val 4444"/>
            </a:avLst>
          </a:prstGeom>
          <a:solidFill>
            <a:srgbClr val="FB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382512" y="1874520"/>
            <a:ext cx="82296" cy="868680"/>
          </a:xfrm>
          <a:prstGeom prst="roundRect">
            <a:avLst/>
          </a:prstGeom>
          <a:solidFill>
            <a:srgbClr val="5C1A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6629400" y="1819656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C1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Director Diversity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2148840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of movies were female-directed, vs 6.39% of all directors on file.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5486400" cy="1234440"/>
          </a:xfrm>
          <a:prstGeom prst="roundRect">
            <a:avLst>
              <a:gd name="adj" fmla="val 4444"/>
            </a:avLst>
          </a:prstGeom>
          <a:solidFill>
            <a:srgbClr val="FB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21792" y="3246120"/>
            <a:ext cx="82296" cy="868680"/>
          </a:xfrm>
          <a:prstGeom prst="roundRect">
            <a:avLst/>
          </a:prstGeom>
          <a:solidFill>
            <a:srgbClr val="5C1A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868680" y="3191256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C1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≠ Success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3520440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reliable link between budget and rating or revenue</a:t>
            </a: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17920" y="3063240"/>
            <a:ext cx="5486400" cy="1234440"/>
          </a:xfrm>
          <a:prstGeom prst="roundRect">
            <a:avLst>
              <a:gd name="adj" fmla="val 4444"/>
            </a:avLst>
          </a:prstGeom>
          <a:solidFill>
            <a:srgbClr val="FB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382512" y="3246120"/>
            <a:ext cx="82296" cy="868680"/>
          </a:xfrm>
          <a:prstGeom prst="roundRect">
            <a:avLst/>
          </a:prstGeom>
          <a:solidFill>
            <a:srgbClr val="5C1A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6629400" y="3191256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C1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Hit Concentration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629400" y="3520440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Cameron: $4.2B profit from just 2 movies – beats directors with 2-3x the films.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4434840"/>
            <a:ext cx="5486400" cy="1234440"/>
          </a:xfrm>
          <a:prstGeom prst="roundRect">
            <a:avLst>
              <a:gd name="adj" fmla="val 4444"/>
            </a:avLst>
          </a:prstGeom>
          <a:solidFill>
            <a:srgbClr val="FB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21792" y="4617720"/>
            <a:ext cx="82296" cy="868680"/>
          </a:xfrm>
          <a:prstGeom prst="roundRect">
            <a:avLst/>
          </a:prstGeom>
          <a:solidFill>
            <a:srgbClr val="5C1A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868680" y="4562856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C1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Rating Spread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868680" y="4892040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 of movies rate 6-8; none below 4 or above 8</a:t>
            </a: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17920" y="4434840"/>
            <a:ext cx="5486400" cy="1234440"/>
          </a:xfrm>
          <a:prstGeom prst="roundRect">
            <a:avLst>
              <a:gd name="adj" fmla="val 4444"/>
            </a:avLst>
          </a:prstGeom>
          <a:solidFill>
            <a:srgbClr val="FB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382512" y="4617720"/>
            <a:ext cx="82296" cy="868680"/>
          </a:xfrm>
          <a:prstGeom prst="roundRect">
            <a:avLst/>
          </a:prstGeom>
          <a:solidFill>
            <a:srgbClr val="5C1A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6629400" y="4562856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C1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Movie Count Tie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6629400" y="4892040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directors tied at 3 movies each: Verbinski, Raimi, Jackson.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IMDB Movies — PRSQL-01 Capstone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5C1A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02920" cy="502920"/>
          </a:xfrm>
          <a:prstGeom prst="ellipse">
            <a:avLst/>
          </a:prstGeom>
          <a:solidFill>
            <a:srgbClr val="5C1A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45720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73352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zero female-directed movies finding — 150 female directors are on file, but none are linked to the 47 movies analyzed. Review dataset sourcing or confirm this reflects a genuine historical gap.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624328"/>
            <a:ext cx="502920" cy="502920"/>
          </a:xfrm>
          <a:prstGeom prst="ellipse">
            <a:avLst/>
          </a:prstGeom>
          <a:solidFill>
            <a:srgbClr val="5C1A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457200" y="26243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60604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profit and popularity separately — since the most popular and most bankable movies are largely different lists, both metrics matter independently for future decisions.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557016"/>
            <a:ext cx="502920" cy="502920"/>
          </a:xfrm>
          <a:prstGeom prst="ellipse">
            <a:avLst/>
          </a:prstGeom>
          <a:solidFill>
            <a:srgbClr val="5C1A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457200" y="35570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3538728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Scrutinize high-budget projects — The Lone Ranger and Superman Returns show real downside risk from large budgets. Case-study what differed from successes like On Stranger Tides.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489704"/>
            <a:ext cx="502920" cy="502920"/>
          </a:xfrm>
          <a:prstGeom prst="ellipse">
            <a:avLst/>
          </a:prstGeom>
          <a:solidFill>
            <a:srgbClr val="5C1A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457200" y="44897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4471416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James Cameron's high-profit, low-volume model — his 2-movie, $4.2B profit record outperforms directors with far more films</a:t>
            </a: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5422392"/>
            <a:ext cx="502920" cy="502920"/>
          </a:xfrm>
          <a:prstGeom prst="ellipse">
            <a:avLst/>
          </a:prstGeom>
          <a:solidFill>
            <a:srgbClr val="5C1A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457200" y="5422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5404104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Average Vote by Year chart's axis sort before final submission so the year-over-year trend is readable at a glance.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IMDB Movies — PRSQL-01 Capstone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5C1A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73315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822960" y="1188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645920"/>
            <a:ext cx="10241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 movies, 2,349 directors on file, and a dataset where blockbuster hits — not budget size — drive profitability.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10896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2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standout finding: despite 150 female directors on file (6.39%), 0% of the 47 movies analyzed were directed by a woman. Combined with the weak link between budget and success, this points to two clear priorities — investigating representation in the dataset, and evaluating projects on profit potential rather than spend alone.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5212080"/>
            <a:ext cx="2926080" cy="0"/>
          </a:xfrm>
          <a:prstGeom prst="line">
            <a:avLst/>
          </a:prstGeom>
          <a:noFill/>
          <a:ln w="12700">
            <a:solidFill>
              <a:srgbClr val="F2C9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822960" y="53949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1460</Words>
  <Application>Microsoft Office PowerPoint</Application>
  <PresentationFormat>Widescreen</PresentationFormat>
  <Paragraphs>234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sarode.sauravi28@gmail.com</cp:lastModifiedBy>
  <cp:revision>1</cp:revision>
  <dcterms:created xsi:type="dcterms:W3CDTF">2026-10-06T05:51:14Z</dcterms:created>
  <dcterms:modified xsi:type="dcterms:W3CDTF">2026-10-06T07:14:23Z</dcterms:modified>
</cp:coreProperties>
</file>